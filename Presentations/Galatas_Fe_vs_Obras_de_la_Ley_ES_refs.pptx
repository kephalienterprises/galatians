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280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B8BC-F7B9-FC6E-4EDA-AE10FFA48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B9B35-84F4-834D-13D9-8CF0EABA0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08A66-CBBB-FDFF-7492-ADBA3AD62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5470-A9BA-48C9-9697-132DCE816AE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1BC73-CD99-90BE-B2C9-26DB6D349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389EB-7728-4C5B-F699-BB01D8B8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A5D01-C0FC-4609-88BA-49C12DB68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11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30157-EE9B-0335-5996-408CF5B40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EB540-4156-4BDD-E48E-52577452B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8C199-ACFF-2ABC-E837-926838B58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5470-A9BA-48C9-9697-132DCE816AE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14E53-E401-F5B5-386F-31897D9A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23210-3E94-CB4B-B8C4-DFFA6A4D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A5D01-C0FC-4609-88BA-49C12DB68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1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3FE24-9B72-EB4C-927B-2296E2DD8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EC681-5254-CD6E-3429-BE215F6FD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3BD63-9921-B929-D8FC-753EF204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5470-A9BA-48C9-9697-132DCE816AE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CAB7E-3AC9-6419-7985-39B1EB686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2DDE8-BFF8-5C7C-E436-918556D9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A5D01-C0FC-4609-88BA-49C12DB68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09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E2AA-9DE7-394B-273B-4083912C6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7AC04-18F0-A50D-B117-F3D71FEDF3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53DF1-B143-6E85-45B9-1E73EEC28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AF4AA-5C80-9754-5D8D-543028121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5470-A9BA-48C9-9697-132DCE816AE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68A23-C33A-DE40-3E59-624B47221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C52B9-EC5A-99FC-28F8-AA63969F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A5D01-C0FC-4609-88BA-49C12DB68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30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D230F-D7E5-7270-EAD0-F87D10A53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B3D51-7C65-3A19-6C2C-CC0F4E8ED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A99D5-AA41-D3B0-0876-087D7D1BD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5B7C3-AFD9-7C1C-B419-4DD3EE470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E90BF6-0764-AAF8-6185-731D58C1E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4A9F95-8EAD-AEED-545E-5C8790C6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5470-A9BA-48C9-9697-132DCE816AE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EEA52-2D70-23E2-C212-5C3F2C707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17A7C4-B13B-CB08-7B15-852EE2B1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A5D01-C0FC-4609-88BA-49C12DB68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4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0EE6F-9FE2-C082-2826-5860B080E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B901C1-86D9-F085-DEFA-4FA138A5C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5470-A9BA-48C9-9697-132DCE816AE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9EBF-A0CB-8FB7-0D8E-42108023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D776C-81F9-6C1E-A291-D65179DD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A5D01-C0FC-4609-88BA-49C12DB68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27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7BC5F7-6650-5CFE-57B9-8A6EB3E5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5470-A9BA-48C9-9697-132DCE816AE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B7B54E-9846-3C3F-D85B-EF7D5D54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8A5E8-5C35-5CBD-708C-AE8266C1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A5D01-C0FC-4609-88BA-49C12DB68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23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2F6F-1B15-C0E4-D329-EC397EBD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E3718-428F-9B94-64E2-F2C03AA30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2ADAE-7933-3885-B526-89994FE40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180D8-E8CF-38E8-A943-C07890A43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5470-A9BA-48C9-9697-132DCE816AE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68113-E9F8-2B8C-FC53-C2F48AA3B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34BD0-0376-36C3-41F6-EB2D34BC6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A5D01-C0FC-4609-88BA-49C12DB68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24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8380-ED5D-9A9F-3E10-35C3F0F5E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CE0EFF-527C-6CC1-9AE7-D1FFABC6C5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7C709-55BD-3B6F-8D61-0DC59F720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B2730-D384-39C3-9893-5AADD04EE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5470-A9BA-48C9-9697-132DCE816AE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6C1BB-97C1-D33C-F091-D9F37A67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8A9BE-8F3C-CEE9-4A4C-DD1E09FC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A5D01-C0FC-4609-88BA-49C12DB68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7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CF8E4-A020-C7F0-B1A5-0E2723457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C0F3C-EE41-E5E9-030D-E96C07F1C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C91A2-6349-018B-FF48-5506CF94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5470-A9BA-48C9-9697-132DCE816AE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614C4-E4CC-D32F-0028-F5D7CA74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606A3-FD82-1340-D65D-F0CAD83F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A5D01-C0FC-4609-88BA-49C12DB68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5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41A74C-8348-DEC8-91C1-749AC058A2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1E51F-97CD-B2D6-99FC-23DE3B99E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0C9EA-AF29-CB6E-5869-9A643D7C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5470-A9BA-48C9-9697-132DCE816AE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63BD4-99E5-60E0-DEEC-172E9E57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56074-136F-1C38-1DA0-99541880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A5D01-C0FC-4609-88BA-49C12DB68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55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59228-2217-8A2C-2055-ADCF717F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31A60-7EEA-4C5F-359E-F61FA0C4E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59F64-3C2A-5DE1-A02D-2A13D80CF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5470-A9BA-48C9-9697-132DCE816AE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1091C-C4E6-E25E-08CA-0AE35A11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09C7F-00A1-108C-0579-34911A8C0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A5D01-C0FC-4609-88BA-49C12DB68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4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4EE668-45F7-38CD-06AA-D6FBBD63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F3D57-B088-9BB4-1B62-0C60FBB2C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DBC99-99D1-D970-540F-193C7A95E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A5470-A9BA-48C9-9697-132DCE816AE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2ED8A-1758-0C0C-3459-F7000F295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2108D-CADA-F17E-77C6-47C322E3C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A5D01-C0FC-4609-88BA-49C12DB68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40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45F6-D361-D776-AFE5-3F75A29FB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2800"/>
              <a:t>Fe vs. Obras de la Ley</a:t>
            </a:r>
            <a:endParaRPr lang="en-US" sz="2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E5516-3FE0-3AEF-6BEE-484D73EBD2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Gálatas</a:t>
            </a:r>
          </a:p>
        </p:txBody>
      </p:sp>
    </p:spTree>
    <p:extLst>
      <p:ext uri="{BB962C8B-B14F-4D97-AF65-F5344CB8AC3E}">
        <p14:creationId xmlns:p14="http://schemas.microsoft.com/office/powerpoint/2010/main" val="3152134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3EE2-B7E1-70BC-E7D9-F24D35A5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La pregunta central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246FC-D58B-9321-5EC2-86B706ABA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¿Por qué practicamos la religión?</a:t>
            </a:r>
          </a:p>
          <a:p>
            <a:r>
              <a:rPr lang="es-ES" sz="2200"/>
              <a:t>Para agradar a nuestro Dios.</a:t>
            </a:r>
          </a:p>
          <a:p>
            <a:r>
              <a:rPr lang="es-ES" sz="2200"/>
              <a:t>Para estar en buena relación con Él.</a:t>
            </a:r>
          </a:p>
          <a:p>
            <a:r>
              <a:rPr lang="es-ES" sz="2200"/>
              <a:t>Para hallar Su favor.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969349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B2E5-59B8-F473-B247-5738D4758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/>
              <a:t>¿Cómo hallaremos el favor de Dios?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D5B3F-1057-F474-3F50-6A6F46CAC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Adoramos al Dios verdadero, Creador del cielo y de la tierra.</a:t>
            </a:r>
          </a:p>
          <a:p>
            <a:r>
              <a:rPr lang="es-ES" sz="2200"/>
              <a:t>Él es santo, justo, misericordioso, lleno de gracia y amor.</a:t>
            </a:r>
          </a:p>
          <a:p>
            <a:r>
              <a:rPr lang="es-ES" sz="2200"/>
              <a:t>Pero la pregunta sigue siendo:</a:t>
            </a:r>
          </a:p>
          <a:p>
            <a:r>
              <a:rPr lang="es-ES" sz="2200"/>
              <a:t>¿Cómo podremos hallar el favor del Dios Todopoderoso? (Gálatas 3:10-14)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489658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B0ADA-FDF0-5817-52AE-A597D9F1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La perspectiva judía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9B67F-865E-AFA2-332F-5A93AF956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Para los judíos, todo comenzaba con Moisés y la Ley (Gálatas 3:17-19).</a:t>
            </a:r>
          </a:p>
          <a:p>
            <a:r>
              <a:rPr lang="es-ES" sz="2200"/>
              <a:t>El pacto en Sinaí era visto como un don glorioso de Dios (Gálatas 3:19).</a:t>
            </a:r>
          </a:p>
          <a:p>
            <a:r>
              <a:rPr lang="es-ES" sz="2200"/>
              <a:t>La circuncisión era la señal de ese pacto (Gálatas 5:2-3; 6:12-13).</a:t>
            </a:r>
          </a:p>
          <a:p>
            <a:r>
              <a:rPr lang="es-ES" sz="2200"/>
              <a:t>Permanecer en buena relación con Dios implicaba guardar los mandamientos de la Ley (Gálatas 3:10; 5:3).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31097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E63A2-FC85-3815-3A16-5BDB290AE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/>
              <a:t>Gracia y misericordia bajo la Ley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D7A28-8816-B650-6036-D1008216D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Sería injusto decir que no había gracia bajo la Ley de Moisés.</a:t>
            </a:r>
          </a:p>
          <a:p>
            <a:r>
              <a:rPr lang="es-ES" sz="2200"/>
              <a:t>Dios prometió y mostró misericordia muchas veces.</a:t>
            </a:r>
          </a:p>
          <a:p>
            <a:r>
              <a:rPr lang="es-ES" sz="2200"/>
              <a:t>Existía un sistema de sacrificios para buscar el perdón.</a:t>
            </a:r>
          </a:p>
          <a:p>
            <a:r>
              <a:rPr lang="es-ES" sz="2200"/>
              <a:t>Los más devotos entendían que, al final, todo dependía de la misericordia de Dios (cf. Gálatas 2:16, 21).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39053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D6F6-DF37-5CDD-5517-FFFB1D2DA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Legalismo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010D4-2E57-2668-B4F6-44308F90C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Legalismo: actuar como si el favor de Dios se ganara por una obediencia estricta a la ley (Gálatas 2:16; 3:10).</a:t>
            </a:r>
          </a:p>
          <a:p>
            <a:r>
              <a:rPr lang="es-ES" sz="2200"/>
              <a:t>Es ver la ley como un medio para ganar aceptación delante de Dios (Gálatas 5:4).</a:t>
            </a:r>
          </a:p>
          <a:p>
            <a:r>
              <a:rPr lang="es-ES" sz="2200"/>
              <a:t>Toda la relación con Dios queda reducida a reglas y cumplimiento.</a:t>
            </a:r>
          </a:p>
          <a:p>
            <a:r>
              <a:rPr lang="es-ES" sz="2200"/>
              <a:t>Si guardo la ley, me siento superior.</a:t>
            </a:r>
          </a:p>
          <a:p>
            <a:r>
              <a:rPr lang="es-ES" sz="2200"/>
              <a:t>Si fallo, trato de esconderlo.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434687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5F572-DE52-0210-FB82-E78AF843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Lucas 18:9-14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15E50-E2CE-F622-DCA2-78D7494DA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El fariseo y el publicano</a:t>
            </a:r>
          </a:p>
          <a:p>
            <a:r>
              <a:rPr lang="es-ES" sz="2200"/>
              <a:t>Uno confiaba en sí mismo y en su propia justicia (Lucas 18:9, 11-12).</a:t>
            </a:r>
          </a:p>
          <a:p>
            <a:r>
              <a:rPr lang="es-ES" sz="2200"/>
              <a:t>El otro clamaba por misericordia (Lucas 18:13).</a:t>
            </a:r>
          </a:p>
          <a:p>
            <a:r>
              <a:rPr lang="es-ES" sz="2200"/>
              <a:t>Uno se comparaba con otros y se hallaba impresionante.</a:t>
            </a:r>
          </a:p>
          <a:p>
            <a:r>
              <a:rPr lang="es-ES" sz="2200"/>
              <a:t>El otro se comparaba con Dios y se veía necesitado.</a:t>
            </a:r>
          </a:p>
          <a:p>
            <a:r>
              <a:rPr lang="es-ES" sz="2200"/>
              <a:t>Uno volvió satisfecho consigo mismo (Lucas 18:11-12).</a:t>
            </a:r>
          </a:p>
          <a:p>
            <a:r>
              <a:rPr lang="es-ES" sz="2200"/>
              <a:t>El otro volvió justificado (Lucas 18:14).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369681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30C5E-9654-F395-2F28-7EC71582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Una verdad básica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9079B-30A7-CEAC-C26F-724BA8536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Pablo y Pedro sabían que nadie es justificado por las obras de la Ley (Gálatas 2:15-16).</a:t>
            </a:r>
          </a:p>
          <a:p>
            <a:r>
              <a:rPr lang="es-ES" sz="2200"/>
              <a:t>Aun los judíos, criados bajo la Ley, no podían ser justificados por ella (Gálatas 2:15-16).</a:t>
            </a:r>
          </a:p>
          <a:p>
            <a:r>
              <a:rPr lang="es-ES" sz="2200"/>
              <a:t>No hay cantidad de obediencia que pueda expiar un solo pecado.</a:t>
            </a:r>
          </a:p>
          <a:p>
            <a:r>
              <a:rPr lang="es-ES" sz="2200"/>
              <a:t>El hombre no es justificado por las obras de la Ley, sino por la fe en Jesucristo (Gálatas 2:16).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317727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D84D2-6592-FBAD-A334-0217D8FD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Nomismo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030BB-6B04-C2E3-5173-44522C378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Los gálatas rechazaban el legalismo, pero seguían siendo vulnerables al error.</a:t>
            </a:r>
          </a:p>
          <a:p>
            <a:r>
              <a:rPr lang="es-ES" sz="2200"/>
              <a:t>El error decía:</a:t>
            </a:r>
          </a:p>
          <a:p>
            <a:r>
              <a:rPr lang="es-ES" sz="2200"/>
              <a:t>“No guardamos la Ley para ganar salvación,</a:t>
            </a:r>
          </a:p>
          <a:p>
            <a:r>
              <a:rPr lang="es-ES" sz="2200"/>
              <a:t>sino porque sigue vigente y debemos vivir bajo ella.”</a:t>
            </a:r>
          </a:p>
          <a:p>
            <a:r>
              <a:rPr lang="es-ES" sz="2200"/>
              <a:t>Eso también pervierte el evangelio (Gálatas 1:6-9; 5:2-4).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574799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B183C-02ED-60EE-5F6C-EDD2C9BB0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La situación en Galacia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61CF6-986B-3972-A90A-8E8191E5B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Los cristianos de Galacia eran mayormente gentiles (Gálatas 4:8; 5:2-3; 6:12-13).</a:t>
            </a:r>
          </a:p>
          <a:p>
            <a:r>
              <a:rPr lang="es-ES" sz="2200"/>
              <a:t>Antes servían a falsos dioses y estaban esclavizados a la idolatría (Gálatas 4:8).</a:t>
            </a:r>
          </a:p>
          <a:p>
            <a:r>
              <a:rPr lang="es-ES" sz="2200"/>
              <a:t>Cuando oyeron el evangelio, Pablo no les enseñó a hacerse judíos (Gálatas 2:16; 3:2-5).</a:t>
            </a:r>
          </a:p>
          <a:p>
            <a:r>
              <a:rPr lang="es-ES" sz="2200"/>
              <a:t>Les predicó a Cristo crucificado (Gálatas 3:1).</a:t>
            </a:r>
          </a:p>
          <a:p>
            <a:r>
              <a:rPr lang="es-ES" sz="2200"/>
              <a:t>Ellos simplemente creyeron en Cristo y fueron bautizados en Su nombre (Gálatas 3:2, 26-27).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4061787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2695C-C8FE-AEFC-3AAE-6AE71BEB3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/>
              <a:t>Lo que Pablo no les enseñó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BA24E-A0ED-C092-C649-73CDBC73B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Pablo no les enseñó a guardar el calendario judío (Gálatas 4:10-11).</a:t>
            </a:r>
          </a:p>
          <a:p>
            <a:r>
              <a:rPr lang="es-ES" sz="2200"/>
              <a:t>No les enseñó a circuncidarse (Gálatas 5:2-6; 6:12-13).</a:t>
            </a:r>
          </a:p>
          <a:p>
            <a:r>
              <a:rPr lang="es-ES" sz="2200"/>
              <a:t>No les enseñó a evitar alimentos no kosher (Gálatas 2:11-14).</a:t>
            </a:r>
          </a:p>
          <a:p>
            <a:r>
              <a:rPr lang="es-ES" sz="2200"/>
              <a:t>La vida en Cristo no dependía de adoptar la Ley de Moisés (Gálatas 2:16; 4:12).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301008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8DD5-B59C-98D1-51C6-F5B954A84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Los judaizantes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71D95-CA1D-B391-5CDF-9A98FAA43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Los judaizantes estaban perturbando a los gálatas (Gálatas 1:7; 5:12).</a:t>
            </a:r>
          </a:p>
          <a:p>
            <a:r>
              <a:rPr lang="es-ES" sz="2200"/>
              <a:t>No estaban añadiendo algo útil al evangelio (Gálatas 1:6-9).</a:t>
            </a:r>
          </a:p>
          <a:p>
            <a:r>
              <a:rPr lang="es-ES" sz="2200"/>
              <a:t>Estaban distorsionando el evangelio (Gálatas 1:6-9).</a:t>
            </a:r>
          </a:p>
          <a:p>
            <a:r>
              <a:rPr lang="es-ES" sz="2200"/>
              <a:t>Enseñaban que la fe en Cristo no era suficiente (Gálatas 5:2-4).</a:t>
            </a:r>
          </a:p>
          <a:p>
            <a:r>
              <a:rPr lang="es-ES" sz="2200"/>
              <a:t>Decían que también debían circuncidarse y guardar la Ley (Gálatas 5:2-3; 6:12-13).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343624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04F8-9553-C6B4-3D6B-BC70BB608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La respuesta de Pablo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7E8FC-2E7D-EB22-A2BD-54474E8C7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Si aceptan una parte de la Ley como esencial, quedan obligados a guardarla toda (Gálatas 5:3).</a:t>
            </a:r>
          </a:p>
          <a:p>
            <a:r>
              <a:rPr lang="es-ES" sz="2200"/>
              <a:t>La Ley nunca fue un buffet.</a:t>
            </a:r>
          </a:p>
          <a:p>
            <a:r>
              <a:rPr lang="es-ES" sz="2200"/>
              <a:t>Era todo o nada.</a:t>
            </a:r>
          </a:p>
          <a:p>
            <a:r>
              <a:rPr lang="es-ES" sz="2200"/>
              <a:t>Si los cristianos deben guardar la Ley de Moisés, no pueden escoger solo una parte (Gálatas 3:10; 5:3).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635046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85D1C-A483-C072-4D74-CD020ADA5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/>
              <a:t>Obras de la Ley o fe en Cristo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3D586-205E-78C7-8FE0-D82144FC8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La justificación por obras de la Ley requiere obediencia perfecta (Gálatas 3:10).</a:t>
            </a:r>
          </a:p>
          <a:p>
            <a:r>
              <a:rPr lang="es-ES" sz="2200"/>
              <a:t>Fallar en una sola parte es fallar completamente (Gálatas 3:10).</a:t>
            </a:r>
          </a:p>
          <a:p>
            <a:r>
              <a:rPr lang="es-ES" sz="2200"/>
              <a:t>Buscar justificación por ley es abandonar la justificación por gracia mediante la fe (Gálatas 2:21; 5:4).</a:t>
            </a:r>
          </a:p>
          <a:p>
            <a:r>
              <a:rPr lang="es-ES" sz="2200"/>
              <a:t>Es quedar separados de Cristo (Gálatas 5:4).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632532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AB7A1-E639-AE50-F2EC-E285D1C08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/>
              <a:t>Lo que produce la justificación por ley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AE72D-D487-C827-F3E6-8C8FCEF6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Produce orgullo, vanagloria y jactancia (Gálatas 5:26; 6:12-14).</a:t>
            </a:r>
          </a:p>
          <a:p>
            <a:r>
              <a:rPr lang="es-ES" sz="2200"/>
              <a:t>La religión se vuelve asunto de mi rendimiento.</a:t>
            </a:r>
          </a:p>
          <a:p>
            <a:r>
              <a:rPr lang="es-ES" sz="2200"/>
              <a:t>Empiezo a compararme con otros.</a:t>
            </a:r>
          </a:p>
          <a:p>
            <a:r>
              <a:rPr lang="es-ES" sz="2200"/>
              <a:t>Termino diciendo: “Gracias, Dios, porque no soy como los demás.”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617181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1784-D2DB-4E85-4A09-B8494867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/>
              <a:t>El camino de la fe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9F862-31F1-3D17-93CF-9592018BF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Cristo nos redimió de la maldición de la Ley (Gálatas 3:13-14).</a:t>
            </a:r>
          </a:p>
          <a:p>
            <a:r>
              <a:rPr lang="es-ES" sz="2200"/>
              <a:t>Cuando morimos con Cristo, morimos a la Ley (Gálatas 2:19-20).</a:t>
            </a:r>
          </a:p>
          <a:p>
            <a:r>
              <a:rPr lang="es-ES" sz="2200"/>
              <a:t>Ahora que ha venido la fe, ya no estamos bajo ese ayo (Gálatas 3:23-25; 4:1-7).</a:t>
            </a:r>
          </a:p>
          <a:p>
            <a:r>
              <a:rPr lang="es-ES" sz="2200"/>
              <a:t>En Cristo ya somos pueblo de Dios (Gálatas 3:26-29).</a:t>
            </a:r>
          </a:p>
          <a:p>
            <a:r>
              <a:rPr lang="es-ES" sz="2200"/>
              <a:t>Somos hijos de Abraham por la fe (Gálatas 3:6-9, 29).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264755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13D23-335E-9DAA-2D9D-F07745F3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/>
              <a:t>Ya son hijos de Dios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3D217-6742-A183-218E-CEFAA25A2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Los gálatas no necesitaban hacerse judíos para pertenecer al pueblo de Dios (Gálatas 3:26-29; 5:2-6).</a:t>
            </a:r>
          </a:p>
          <a:p>
            <a:r>
              <a:rPr lang="es-ES" sz="2200"/>
              <a:t>Ya eran hijos de Dios en Cristo (Gálatas 3:26).</a:t>
            </a:r>
          </a:p>
          <a:p>
            <a:r>
              <a:rPr lang="es-ES" sz="2200"/>
              <a:t>Ya participaban en la promesa hecha a Abraham (Gálatas 3:14, 29; 4:28).</a:t>
            </a:r>
          </a:p>
          <a:p>
            <a:r>
              <a:rPr lang="es-ES" sz="2200"/>
              <a:t>Ya tenían el Espíritu del Hijo de Dios en sus corazones (Gálatas 4:6).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631048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D83E0-B47B-F827-B0A2-46A847AF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Conclusión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E8CEC-F762-2341-1F23-87AF4938B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/>
              <a:t>El favor de Dios no se gana por obras de ley.</a:t>
            </a:r>
          </a:p>
          <a:p>
            <a:r>
              <a:rPr lang="es-ES" sz="2200"/>
              <a:t>El favor de Dios se recibe por gracia, mediante la fe en Jesucristo (Gálatas 2:16, 21).</a:t>
            </a:r>
          </a:p>
          <a:p>
            <a:r>
              <a:rPr lang="es-ES" sz="2200"/>
              <a:t>El evangelio no necesita añadidos (Gálatas 1:6-9).</a:t>
            </a:r>
          </a:p>
          <a:p>
            <a:r>
              <a:rPr lang="es-ES" sz="2200"/>
              <a:t>Cristo crucificado es suficiente (Gálatas 2:20-21; 3:1-3).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142847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1041</Words>
  <Application>Microsoft Office PowerPoint</Application>
  <PresentationFormat>Widescreen</PresentationFormat>
  <Paragraphs>95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Fe vs. Obras de la Ley</vt:lpstr>
      <vt:lpstr>La pregunta central</vt:lpstr>
      <vt:lpstr>¿Cómo hallaremos el favor de Dios?</vt:lpstr>
      <vt:lpstr>La perspectiva judía</vt:lpstr>
      <vt:lpstr>Gracia y misericordia bajo la Ley</vt:lpstr>
      <vt:lpstr>Legalismo</vt:lpstr>
      <vt:lpstr>Lucas 18:9-14</vt:lpstr>
      <vt:lpstr>Una verdad básica</vt:lpstr>
      <vt:lpstr>Nomismo</vt:lpstr>
      <vt:lpstr>La situación en Galacia</vt:lpstr>
      <vt:lpstr>Lo que Pablo no les enseñó</vt:lpstr>
      <vt:lpstr>Los judaizantes</vt:lpstr>
      <vt:lpstr>La respuesta de Pablo</vt:lpstr>
      <vt:lpstr>Obras de la Ley o fe en Cristo</vt:lpstr>
      <vt:lpstr>Lo que produce la justificación por ley</vt:lpstr>
      <vt:lpstr>El camino de la fe</vt:lpstr>
      <vt:lpstr>Ya son hijos de Dios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George</dc:creator>
  <cp:lastModifiedBy>Caleb George</cp:lastModifiedBy>
  <cp:revision>1</cp:revision>
  <dcterms:created xsi:type="dcterms:W3CDTF">2026-03-31T21:55:40Z</dcterms:created>
  <dcterms:modified xsi:type="dcterms:W3CDTF">2026-03-31T21:55:40Z</dcterms:modified>
</cp:coreProperties>
</file>